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59" r:id="rId5"/>
    <p:sldId id="258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67"/>
    <p:restoredTop sz="94648"/>
  </p:normalViewPr>
  <p:slideViewPr>
    <p:cSldViewPr snapToGrid="0">
      <p:cViewPr varScale="1">
        <p:scale>
          <a:sx n="113" d="100"/>
          <a:sy n="113" d="100"/>
        </p:scale>
        <p:origin x="192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A41ED-B338-2B4C-9332-69185983F32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BA6848-B03F-EB45-9FC2-23FB47810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156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283D6-15D0-9BAC-4AAE-5231E9A97B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2A634F-A6AB-2DE6-26E7-E85F49ABE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F2841-906C-27AD-E132-BEF04E75B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86279-33CE-8E49-8BD8-182118AF18E0}" type="datetime1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0DFD4-1C66-EC1E-A0A8-7A89FDCB2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A36A8-D04C-74A8-0E6D-E7F5299C0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D1D5-F1DE-CF43-BC1D-6057CA7D1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015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35CB3-DABA-D834-94CA-AB8F36DE3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D2167-393E-CB1A-2D9A-3D74C5635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A99E9-AA3E-8DE5-8D75-E7D122AC5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3FD9-D6F1-A948-B7BC-FF1CA2D54871}" type="datetime1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DC7FA-90AA-EDCE-68A1-D2B1DFE87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47F0D-AA1F-7E82-BFC5-A7C7413DB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D1D5-F1DE-CF43-BC1D-6057CA7D1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56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2A508-A012-D753-F7EA-BB9E7315D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BAF98-FA44-6578-F6CD-6AAEB96DF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900E4-D536-E425-8A59-B6DD7A226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AE4E4-AD0F-7448-B60C-59EA67C2D840}" type="datetime1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6060D-CFE4-E663-4CF2-5FC7209A5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ABEEB-6762-5FFE-4406-8DA86E475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D1D5-F1DE-CF43-BC1D-6057CA7D1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131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64835-53C8-D264-4694-29E12858E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6AF68-51D5-5DC8-E236-4E82BED711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D2A9BA-4754-7AEA-CF94-714339BF2F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ED511-621F-C9A9-F2CF-D03B7C360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60B8B-D5EA-284C-8EE4-3DEF967F4FB4}" type="datetime1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D545D-6191-4B01-6F63-2B10040FC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038A3-C174-D3FE-5E85-C13856495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D1D5-F1DE-CF43-BC1D-6057CA7D1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005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29F71-E4F0-7AFF-61FC-A6CC1F695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482D9B-6A1D-721C-FB9A-C48FAA566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251487-D7BE-5151-36D3-041800096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BEC0B3-A3E9-D00F-3E11-193B1C68EA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5C5D97-AB19-DD2A-D43D-111616414E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EEF491-410C-9C89-2D8A-0FD213588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6B5FB-5BDC-E04B-9E52-19976F571098}" type="datetime1">
              <a:rPr lang="en-US" smtClean="0"/>
              <a:t>1/14/26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77D7DF-0BB1-2B2F-7082-A4ECD8FC0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F50DA1-BFEC-6371-BC1F-DA8639D90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D1D5-F1DE-CF43-BC1D-6057CA7D1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15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3B1A3-BA1B-21D0-00C8-F2DB0AF0B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75D92-31A6-82D9-8F65-0C0649D57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1FDB2-DB41-FC4E-9D71-02667D32E11F}" type="datetime1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23249E-480F-6D92-A58F-C9A77E266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E14DB6-9563-DE2B-0C13-83E986DD6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D1D5-F1DE-CF43-BC1D-6057CA7D1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77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378A77-6FA0-1148-4652-9B3249B0F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DFBFB-1911-D241-A937-666CD194B11A}" type="datetime1">
              <a:rPr lang="en-US" smtClean="0"/>
              <a:t>1/14/26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A587A2-2A35-899F-3B8B-47CB37F4E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D219A-BE41-5E1E-AEB7-5588ABDF9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D1D5-F1DE-CF43-BC1D-6057CA7D1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627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D560C-7927-48B5-5224-12BF6805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C0667-EB13-971A-33F8-E8579137B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CC8A5-D82D-6250-B215-10C6065868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DAFABD-3B51-2CAF-0BB1-FF979B1BB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79CAF-92AC-5B4C-B488-1AEBA964605D}" type="datetime1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34E39-BC71-1B39-F348-361E6A692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8D14F3-68F9-6CF0-33E2-696EE55CC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D1D5-F1DE-CF43-BC1D-6057CA7D1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262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4AA02-E0D8-7FE1-C09D-5B1F0445E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C8DD9F-B32F-8942-46F5-37DF6DB89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28BA7-E9C2-9D2E-D627-E75AE2D0E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9FD25C-5E67-61FB-6362-AA59F3797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43DC9-5209-A142-825B-FE642B48B9DF}" type="datetime1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ABE87-2074-F9FF-EB50-59B2DCCA5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084107-D1F6-D2AE-94D9-D9D7F6E87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D1D5-F1DE-CF43-BC1D-6057CA7D1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537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F86D6-3FF8-B194-6B3E-2112E937B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5D006E-78CA-2C66-1951-902D224C4C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5BD6A-80E8-EB49-3E54-C678BDA3F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77303-3429-8F45-83B9-54F35BF2D998}" type="datetime1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C05D3-EEF1-2093-5C75-5CD3EB289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3FA62-C57A-1032-C1C1-8F7915BA6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D1D5-F1DE-CF43-BC1D-6057CA7D1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502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C6248D-ACF5-2B90-59A8-DA8111F739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662ACB-2460-C290-CED6-1A199F0A4C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D4BE9-2600-39EF-A355-0CC0B4861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F409A-08E9-E449-8E35-AF7D039929C9}" type="datetime1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BADD7-0FA2-234D-5A1C-0E9272C3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9EC25-E803-1418-B566-909864738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D1D5-F1DE-CF43-BC1D-6057CA7D1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68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3E1B17-84C4-C299-4D5D-780C28FE2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00583-F2E2-5D53-8D7A-CBE1235BB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03530-68CC-3D40-F583-CBD6D2E0D4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F1183D-07D3-B04A-B0B6-32AD4E2D3FC6}" type="datetime1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E55B9-7E2E-0E7F-0FE0-4F111F66CA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7FE72-A45E-4AFE-CEB8-9D782C01C9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86D1D5-F1DE-CF43-BC1D-6057CA7D1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585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4DA06-6FD0-7C79-A20C-77635C397F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Go where you want to go</a:t>
            </a:r>
            <a:br>
              <a:rPr lang="en-US" dirty="0"/>
            </a:br>
            <a:r>
              <a:rPr lang="en-US" dirty="0"/>
              <a:t>Do what you want to do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2016A8-1188-A8D0-40FC-F8D70B0F97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Stability, Mobility, Portability</a:t>
            </a:r>
          </a:p>
          <a:p>
            <a:r>
              <a:rPr lang="en-US" dirty="0"/>
              <a:t>Confidence, Control, Independence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910FE-59CC-BC25-0773-97D03490F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67CAF-01F1-C54D-919B-72766E62EA21}" type="datetime1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F27A7-2AC0-4638-6C47-0411EABE7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316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8A5AA-D7B4-01B2-B515-F25740C5F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013DD-ACFD-722E-003B-9985A425B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At home</a:t>
            </a:r>
          </a:p>
          <a:p>
            <a:r>
              <a:rPr lang="en-US" dirty="0"/>
              <a:t>@ work</a:t>
            </a:r>
          </a:p>
          <a:p>
            <a:r>
              <a:rPr lang="en-US" dirty="0"/>
              <a:t>@ play</a:t>
            </a:r>
          </a:p>
          <a:p>
            <a:r>
              <a:rPr lang="en-US" dirty="0"/>
              <a:t>With family an friends</a:t>
            </a:r>
          </a:p>
          <a:p>
            <a:r>
              <a:rPr lang="en-US" dirty="0"/>
              <a:t>Traveling</a:t>
            </a:r>
          </a:p>
          <a:p>
            <a:r>
              <a:rPr lang="en-US" dirty="0"/>
              <a:t>Eating out</a:t>
            </a:r>
          </a:p>
          <a:p>
            <a:r>
              <a:rPr lang="en-US" dirty="0"/>
              <a:t>At sports events, movies,  concerts</a:t>
            </a:r>
          </a:p>
          <a:p>
            <a:endParaRPr lang="en-US" dirty="0"/>
          </a:p>
          <a:p>
            <a:r>
              <a:rPr lang="en-US" dirty="0"/>
              <a:t>Page 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EB4CC-CFF7-A8CA-73EB-20F5D92A1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C2791-C8CD-1948-9223-2BACEB633783}" type="datetime1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C97DB-11E4-C275-4B1F-59643A663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231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A3DF2-D9AC-ABF4-73A4-E52E4E119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Opportunity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C4F20-E888-B942-0F08-3D62A66C2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Add on to product line</a:t>
            </a:r>
          </a:p>
          <a:p>
            <a:r>
              <a:rPr lang="en-US" dirty="0"/>
              <a:t>Online</a:t>
            </a:r>
          </a:p>
          <a:p>
            <a:r>
              <a:rPr lang="en-US" dirty="0"/>
              <a:t>Retail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Page 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3A5F5-6B16-731A-527E-858CCD0D5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F1EE-9942-CF41-BE6A-A01A55138CED}" type="datetime1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32ED8-57ED-C146-5C7B-FF37DDA4B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81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AE544-55A9-9501-59A1-A6DB445F6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359C4-DF83-7F6F-2A63-5855C0A59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mobile support bar</a:t>
            </a:r>
          </a:p>
          <a:p>
            <a:r>
              <a:rPr lang="en-US" dirty="0"/>
              <a:t>Portable grab bar</a:t>
            </a:r>
          </a:p>
          <a:p>
            <a:r>
              <a:rPr lang="en-US" dirty="0"/>
              <a:t>Walking aid</a:t>
            </a:r>
          </a:p>
          <a:p>
            <a:r>
              <a:rPr lang="en-US" dirty="0"/>
              <a:t>Carrier</a:t>
            </a:r>
          </a:p>
          <a:p>
            <a:r>
              <a:rPr lang="en-US" dirty="0"/>
              <a:t>A step up from a cane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16817-80B2-299A-59BF-06F0969D6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83EE9-C848-6647-B07C-704C03542F2D}" type="datetime1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12CDF-50E1-8D6F-241D-DFEC6B521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295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73741-9904-5133-10EB-120F4E994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9D1C7-9BD3-5C52-0BDC-53867705E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up</a:t>
            </a:r>
          </a:p>
          <a:p>
            <a:r>
              <a:rPr lang="en-US" dirty="0"/>
              <a:t>Get up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00040-2B1C-4C3C-FD88-706F5D24E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E8B8-A0DF-234A-B252-3A9F2EB20F3A}" type="datetime1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1BA7A-9E0D-94B3-29E2-2646A5352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6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4D465-D364-9F06-8407-1BDCB5D1F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Emotional Appeal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00FE1-9483-14D1-3994-8083763AC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Reduces fear of a Runaway Rollator or a Cane falling over</a:t>
            </a:r>
          </a:p>
          <a:p>
            <a:r>
              <a:rPr lang="en-US" dirty="0"/>
              <a:t>Projects a persona of “abled” rather than “disabled”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083E7-457F-D3A9-00D4-6D31A8E16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A3716-3033-D041-836E-29CA7E40F3AA}" type="datetime1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ACF67-0CE7-3D02-4EA0-9CF205D23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694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111</Words>
  <Application>Microsoft Macintosh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Go where you want to go Do what you want to do</vt:lpstr>
      <vt:lpstr>Where</vt:lpstr>
      <vt:lpstr>Opportunity</vt:lpstr>
      <vt:lpstr>What is it?</vt:lpstr>
      <vt:lpstr>PowerPoint Presentation</vt:lpstr>
      <vt:lpstr>Emotional Appeal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Deborah H Williams</dc:creator>
  <cp:lastModifiedBy>Deborah H Williams</cp:lastModifiedBy>
  <cp:revision>4</cp:revision>
  <cp:lastPrinted>2026-01-14T20:50:58Z</cp:lastPrinted>
  <dcterms:created xsi:type="dcterms:W3CDTF">2024-06-06T18:43:09Z</dcterms:created>
  <dcterms:modified xsi:type="dcterms:W3CDTF">2026-01-14T20:51:06Z</dcterms:modified>
</cp:coreProperties>
</file>